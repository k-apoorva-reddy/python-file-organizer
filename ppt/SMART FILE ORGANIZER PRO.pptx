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SMART FILE ORGANIZER PRO</a:t>
            </a: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Python Automation Script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943610"/>
            <a:ext cx="10968990" cy="5306060"/>
          </a:xfrm>
        </p:spPr>
        <p:txBody>
          <a:bodyPr/>
          <a:p>
            <a:pPr marL="0" indent="0">
              <a:buNone/>
            </a:pPr>
            <a:r>
              <a:rPr lang="en-US" altLang="en-US" b="1"/>
              <a:t>Project Overview: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1.Automates file organization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2.Reduces manual effort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3.Improves file management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Problem Statement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1.Unorganized folders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2.Difficulty locating files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3.Time-consuming manual sorting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828675"/>
            <a:ext cx="10968990" cy="5179060"/>
          </a:xfrm>
        </p:spPr>
        <p:txBody>
          <a:bodyPr/>
          <a:p>
            <a:pPr marL="0" indent="0">
              <a:buNone/>
            </a:pPr>
            <a:r>
              <a:rPr lang="en-US" altLang="en-US" b="1"/>
              <a:t>Objective: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1.Categorize files automatically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2.Create folders dynamically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3.Improve productivity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/>
              <a:t>Technologies Used:</a:t>
            </a:r>
            <a:endParaRPr lang="en-US" altLang="en-US" b="1"/>
          </a:p>
          <a:p>
            <a:r>
              <a:rPr lang="en-US" altLang="en-US"/>
              <a:t>Python</a:t>
            </a:r>
            <a:endParaRPr lang="en-US" altLang="en-US"/>
          </a:p>
          <a:p>
            <a:r>
              <a:rPr lang="en-US" altLang="en-US"/>
              <a:t>OS Module</a:t>
            </a:r>
            <a:endParaRPr lang="en-US" altLang="en-US"/>
          </a:p>
          <a:p>
            <a:r>
              <a:rPr lang="en-US" altLang="en-US"/>
              <a:t>Shutil Module</a:t>
            </a:r>
            <a:endParaRPr lang="en-US" altLang="en-US"/>
          </a:p>
          <a:p>
            <a:r>
              <a:rPr lang="en-US" altLang="en-US"/>
              <a:t>Datetime Module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330" y="774700"/>
            <a:ext cx="10968990" cy="5137785"/>
          </a:xfrm>
        </p:spPr>
        <p:txBody>
          <a:bodyPr/>
          <a:p>
            <a:pPr marL="0" indent="0">
              <a:buNone/>
            </a:pPr>
            <a:endParaRPr lang="en-US" altLang="en-US" b="1"/>
          </a:p>
          <a:p>
            <a:pPr marL="0" indent="0">
              <a:buNone/>
            </a:pPr>
            <a:r>
              <a:rPr lang="en-US" altLang="en-US" b="1"/>
              <a:t>System Workflow:</a:t>
            </a:r>
            <a:endParaRPr lang="en-US" altLang="en-US" b="1"/>
          </a:p>
          <a:p>
            <a:r>
              <a:rPr lang="en-US" altLang="en-US"/>
              <a:t>Input folder path</a:t>
            </a:r>
            <a:endParaRPr lang="en-US" altLang="en-US"/>
          </a:p>
          <a:p>
            <a:r>
              <a:rPr lang="en-US" altLang="en-US"/>
              <a:t>Scan files</a:t>
            </a:r>
            <a:endParaRPr lang="en-US" altLang="en-US"/>
          </a:p>
          <a:p>
            <a:r>
              <a:rPr lang="en-US" altLang="en-US"/>
              <a:t>Detect extensions</a:t>
            </a:r>
            <a:endParaRPr lang="en-US" altLang="en-US"/>
          </a:p>
          <a:p>
            <a:r>
              <a:rPr lang="en-US" altLang="en-US"/>
              <a:t>Create folders</a:t>
            </a:r>
            <a:endParaRPr lang="en-US" altLang="en-US"/>
          </a:p>
          <a:p>
            <a:r>
              <a:rPr lang="en-US" altLang="en-US"/>
              <a:t>Move files</a:t>
            </a:r>
            <a:endParaRPr lang="en-US" altLang="en-US"/>
          </a:p>
          <a:p>
            <a:r>
              <a:rPr lang="en-US" altLang="en-US"/>
              <a:t>Generate logs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08400" y="890960"/>
            <a:ext cx="10969200" cy="475920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b="1"/>
              <a:t>Project Output: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1.Images Folder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2.Documents Folder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3.Log File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4.Summary Report</a:t>
            </a:r>
            <a:endParaRPr lang="en-US" altLang="en-US"/>
          </a:p>
          <a:p>
            <a:pPr marL="0" indent="0">
              <a:buNone/>
            </a:pPr>
            <a:r>
              <a:rPr lang="en-US" altLang="en-US" b="1"/>
              <a:t>Conclusion</a:t>
            </a:r>
            <a:endParaRPr lang="en-US" altLang="en-US" b="1"/>
          </a:p>
          <a:p>
            <a:r>
              <a:rPr lang="en-US" altLang="en-US"/>
              <a:t>Successful automation project</a:t>
            </a:r>
            <a:endParaRPr lang="en-US" altLang="en-US"/>
          </a:p>
          <a:p>
            <a:r>
              <a:rPr lang="en-US" altLang="en-US"/>
              <a:t>Improved file management</a:t>
            </a:r>
            <a:endParaRPr lang="en-US" altLang="en-US"/>
          </a:p>
          <a:p>
            <a:r>
              <a:rPr lang="en-US" altLang="en-US"/>
              <a:t>Practical Python implementation</a:t>
            </a:r>
            <a:endParaRPr lang="en-US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658</Words>
  <Application>WPS Presentation</Application>
  <PresentationFormat>Widescreen</PresentationFormat>
  <Paragraphs>45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SMART FILE ORGANIZER PRO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FILE ORGANIZER PRO</dc:title>
  <dc:creator>apoor</dc:creator>
  <cp:lastModifiedBy>Apoorva Reddy</cp:lastModifiedBy>
  <cp:revision>2</cp:revision>
  <dcterms:created xsi:type="dcterms:W3CDTF">2026-06-17T13:48:00Z</dcterms:created>
  <dcterms:modified xsi:type="dcterms:W3CDTF">2026-06-17T16:11:51Z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5941A1D0FB8A45E19D971F19BD6CB2AC_13</vt:lpwstr>
  </property>
</Properties>
</file>